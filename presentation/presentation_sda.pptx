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Analyse et Prédiction des Accidents</a:t>
            </a:r>
            <a:br/>
            <a:r>
              <a:t>de Vélo en Île-de-France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Nicolas Huyghe • David Chhoa • Jérémie Masnou</a:t>
            </a:r>
            <a:br/>
            <a:br/>
            <a:r>
              <a:t>Projet Sciences des Données et Apprentissage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Contexte et 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Essor du vélo en Île-de-France (Vélib', pistes cyclables)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Politiques de mobilité durable en expansion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Enjeu de sécurité routière majeur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22 609 accidents de vélo enregistrés en Île-de-France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Question : peut-on prédire et prévenir ces accidents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Questions de Recherche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Classification : Identifier les communes à risque élevé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Régression : Prédire le nombre d'accidents par commune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Taux de risque : Prédire des taux normalisés (par habitant, par km)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Sources de Données (data.gouv.fr)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Accidents vélo : 80 022 nationaux → 22 609 en IDF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→ Localisation, date, gravité, conditions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Aménagements cyclables : 143 060 infrastructures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→ Type de voie, longueur, revêtement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Comptages vélo : 933 757 mesures (69 compteurs)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Population INSEE : 1 287 communes (2021)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Fusion et Création de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Fusion au niveau communal (code INSEE)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Dataset final : 1 124 communes, 44 variables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Features créées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nb_accidents, nb_accidents_graves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longueur_totale_amenagements, ratio_pistes_cyclables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taux_risque_par_km, taux_risque_par_habitant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risque_eleve (variable binaire)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Classification - Méthodologie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Risque élevé : nb_accidents ≥ 75e percentile (≥ 6 accidents)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6 modèles testés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Régression Logistique (pondération des classes)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Random Forest, SVM (noyau RBF)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Gradient Boosting, XGBoost, LightGBM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Validation croisée 5-fold stratifiée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Métriques : Accuracy, F1-Score, ROC-AUC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Classification -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Meilleur modèle : Régression Logistique (AUC 95.6%)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Surprenant : modèle simple &gt; modèles complexes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Explication : relation essentiellement linéaire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Rég. Logistique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0.956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Courbes ROC -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Tous les modèles &gt; 0.94 AUC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Excellente séparation des classes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Courbes proches du coin supérieur gauche</a:t>
            </a:r>
          </a:p>
        </p:txBody>
      </p:sp>
      <p:pic>
        <p:nvPicPr>
          <p:cNvPr id="5" name="Picture 4" descr="roc_curves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Régression - Résultats Initiaux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Objectif : prédire le nombre exact d'accidents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Meilleur : Gradient Boosting (R² = 89.2%)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Résultat apparemment excellent... mais attention 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CV R²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37.06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37.53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37.80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Régression Linéaire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42.89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Analyse Critique - Corrélation Paradoxale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Plus d'aménagements → plus d'accidents (r = 0.60)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Est-ce que les aménagements sont dangereux ? NON !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Biais de confusion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Plus d'aménagements → plus de cyclistes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Plus de cyclistes → plus d'accidents (en absolu)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Le modèle apprend cette corrélation, mais elle n'est pas causale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Analyse Critique - Effet Paris et MAPE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Effet Paris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20 arrondissements = 61% des accidents de l'IDF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13 853 accidents sur 22 609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Le modèle apprend surtout à identifier Paris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MAPE élevé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R² = 89% mais MAPE = 83%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Prédictions imprécises pour les petites communes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Distribution asymétrique : 33.6% des communes sans accident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Prédictions vs Valeurs Réelles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ictions_vs_r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97680" cy="3683726"/>
          </a:xfrm>
          <a:prstGeom prst="rect">
            <a:avLst/>
          </a:prstGeom>
        </p:spPr>
      </p:pic>
      <p:pic>
        <p:nvPicPr>
          <p:cNvPr id="5" name="Picture 4" descr="predictions_vs_reel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297680" cy="36837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Solution - Taux de Risque Normalisés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Intégration des données de population INSEE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Deux nouvelles métriques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Taux par km = Accidents / Longueur aménagements (km)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→ Compare indépendamment du niveau d'équipement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Taux pour 10k hab = (Accidents / Population) × 10 000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→ Métrique classique en épidémiologie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Objectif : éliminer l'effet de taille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Taux de Risque -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Performances nettement inférieures mais plus honnêtes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Le modèle ne peut plus exploiter l'effet de taille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Paris n'a plus un poids disproportionné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Reflète la complexité réelle du phénomène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Meilleur modèle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Taux par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Taux par habitant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Synthèse Comparative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Paradoxe : meilleure performance ≠ meilleur modèle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Un R² élevé ne garantit pas la validité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L'analyse critique est indispensable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Analyse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Validité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Rég. Logistique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AUC 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✓ Élevée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Régression brute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R² 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⚠ Limitée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Taux par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R²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✓ Élevée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Taux par habitant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R² 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646464"/>
                          </a:solidFill>
                        </a:defRPr>
                      </a:pPr>
                      <a:r>
                        <a:t>✓ Élevée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Limites de l'Étude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Sous-déclaration des accidents (accidents mineurs)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Couverture limitée : 69 compteurs pour toute l'IDF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Variables manquantes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Trafic automobile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Caractéristiques urbanistiques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• Météo détaillée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33.6% de communes sans accident → modèles Zero-Inflated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✓ Classification efficace pour identifier les communes prioritaires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⚠ Régression brute biaisée par l'effet de taille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✓ Taux normalisés : approche méthodologiquement rigoureuse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Enseignement principal :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Performance ≠ Validité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   L'analyse critique des données est essentielle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Merci pour votre attention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